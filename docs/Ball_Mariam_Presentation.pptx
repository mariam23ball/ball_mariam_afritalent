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014DD6-E7D2-93C5-DEE8-98C7CE259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3D9B77-7738-DE76-79FC-488EC5127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07292B-EAB3-3F03-0D68-147A5650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208D09-AEAC-74EF-9C86-33B7A7E5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5B6278-6E46-C326-E952-0AB00617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65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6FEE1-AA34-7B83-C5DF-089DF74B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9DE8F4-95F3-B9FF-0B54-41A05919B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1BAD2D-042E-064C-EE79-865FABF8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E5088A-427D-4A8E-E064-D622BC80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75B57D-B5AD-09C9-4D40-1C87BF46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27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32D823-ACCA-6A4F-42EB-516B00D3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143178-F15C-E73C-A467-C92D9B13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5C42BA-A1C5-B822-4628-C4369B996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0C0843-063C-001B-DA75-3740216C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D8CCC-E072-1D96-A119-AC9FECD0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83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FBAF8-3982-C250-AC49-1BAC03CC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CE3178-0C6A-0EF3-124B-07917B42F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B13DFA-6A19-8379-C33D-26DC7C585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7DE459-4D74-513E-77FD-4578A5F2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D6A578-2906-EBA8-B6E2-384E7FE8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096063-0665-E400-38A0-5CF3C6DF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8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49C604-7D65-FD97-5E2E-A0CD983F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E62D38-4614-F833-A3D5-9416A9FBE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EF7F0D-751B-FA21-DB96-6BB6DDFF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10A6E9-6B17-CAFA-C8BE-5B6E89C4E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6437C3-0E2B-182F-A23E-F1365294E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28CF5B-D442-EE8D-F918-741651C0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014D3D0-8602-E109-44C8-FE455197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60C6F3F-6FC6-9EB6-D573-501929F4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17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53029D-AFB4-E42A-1F9E-E43E21A5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077ED5-A732-FACD-6B0D-7E1A8A5C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181EB-CB73-1559-BBE1-2B16739C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9FE10C-03D2-98C0-EDD0-47A42FF9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91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EB18AD-9AB8-A364-8BA9-AA5ECC0A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FA8D35-D874-EF76-F613-A732DB94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0B1686-78E6-ACBC-B831-9BD88A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41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4B8D0-5148-6345-B7EF-6B63D590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607948-6EBA-6715-DE95-4821FB7CE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03AA2B-91AF-CA57-75FE-C44DEFE30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91A91E-22F6-1BD7-8334-2B677E2D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5618AA-8A75-8B21-428A-2BAB1E29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F0FF44-DF42-31E1-4247-A10AC80D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73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1BEE8-BB22-F9D9-6982-8C619076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C4C4B21-0E10-22B6-BFC3-3C2A3E4B9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12629B-8047-B1FC-6CC8-2CC9F6719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256B5D-918A-8A3F-6AF0-BB884DAE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097416-B2E2-FE72-B633-298AAAED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22886B-FC40-5600-98E7-0E9CDDF1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71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1DCF8-0907-BBB0-EF66-B9C41DAA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7FC655-D046-DC23-8BCD-611B2B4CE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8DADA0-81F9-4174-B616-BF91C7D4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4232D-0C90-5CE2-CB32-01E17531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7860D3-67D2-354C-4A58-4480A8F3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26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C200C5-F15D-A9BB-4C62-DE816C8F0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9D5A7B0-A817-0DDD-D697-4CEF48D33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AFD576-4FD3-CFCA-C875-298A5C62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8594A-03D4-9E8D-F8F7-7AD07849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85F8B-9189-496F-D2FA-2F63570F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00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2D49179-75C3-57CF-A670-739BA921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C53D52-0589-E962-0047-20F43639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3BA257-B389-5D3E-A651-5C0E755E2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F7F5A-299E-4217-ABE2-FF2377769750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CF4939-C237-7F57-3C97-4C9667822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82884-EC3B-1F40-E044-86CCDB56F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8CCE1-2735-4DE3-BC10-C2E0601C08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41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m23ball.github.io/Ball_Mariam_AfriTalen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AE95AC-F1A3-6359-8FC2-7FD0D234D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AFRITALENT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D9EB74-9DFE-DDBF-7850-EAA7D3BB22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FR" dirty="0"/>
              <a:t>Nom: Mariam Mamadou Ball</a:t>
            </a:r>
          </a:p>
          <a:p>
            <a:pPr algn="l"/>
            <a:r>
              <a:rPr lang="fr-FR" dirty="0"/>
              <a:t>Classe: L1IAGE</a:t>
            </a:r>
          </a:p>
          <a:p>
            <a:pPr algn="l"/>
            <a:r>
              <a:rPr lang="fr-FR" dirty="0"/>
              <a:t>Date:15/06/2026</a:t>
            </a:r>
          </a:p>
        </p:txBody>
      </p:sp>
    </p:spTree>
    <p:extLst>
      <p:ext uri="{BB962C8B-B14F-4D97-AF65-F5344CB8AC3E}">
        <p14:creationId xmlns:p14="http://schemas.microsoft.com/office/powerpoint/2010/main" val="421422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17D373-600B-EE4F-AF40-DA8677D2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6C353-514A-6700-C8A4-F9A9F4A95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fr-FR" sz="2400" dirty="0"/>
              <a:t>Présentation du projet </a:t>
            </a:r>
          </a:p>
          <a:p>
            <a:pPr marL="514350" indent="-514350">
              <a:buAutoNum type="arabicPeriod"/>
            </a:pPr>
            <a:r>
              <a:rPr lang="fr-FR" sz="2400" dirty="0"/>
              <a:t>Choix de design</a:t>
            </a:r>
          </a:p>
          <a:p>
            <a:pPr marL="514350" indent="-514350">
              <a:buAutoNum type="arabicPeriod"/>
            </a:pPr>
            <a:r>
              <a:rPr lang="fr-FR" sz="2400" dirty="0"/>
              <a:t>Architecture</a:t>
            </a:r>
          </a:p>
          <a:p>
            <a:pPr marL="514350" indent="-514350">
              <a:buAutoNum type="arabicPeriod"/>
            </a:pPr>
            <a:r>
              <a:rPr lang="fr-FR" sz="2400" dirty="0"/>
              <a:t>Points techniques </a:t>
            </a:r>
          </a:p>
          <a:p>
            <a:pPr marL="514350" indent="-514350">
              <a:buAutoNum type="arabicPeriod"/>
            </a:pPr>
            <a:r>
              <a:rPr lang="fr-FR" sz="2400" dirty="0"/>
              <a:t>GitHub </a:t>
            </a:r>
          </a:p>
          <a:p>
            <a:pPr marL="514350" indent="-514350">
              <a:buAutoNum type="arabicPeriod"/>
            </a:pPr>
            <a:r>
              <a:rPr lang="fr-FR" sz="2400" dirty="0"/>
              <a:t>Difficultés rencontrées</a:t>
            </a:r>
          </a:p>
          <a:p>
            <a:pPr marL="514350" indent="-514350">
              <a:buAutoNum type="arabicPeriod"/>
            </a:pPr>
            <a:r>
              <a:rPr lang="fr-FR" sz="2400" dirty="0"/>
              <a:t>Ressources et documentation utilisées</a:t>
            </a:r>
          </a:p>
          <a:p>
            <a:pPr marL="514350" indent="-514350">
              <a:buAutoNum type="arabicPeriod"/>
            </a:pPr>
            <a:r>
              <a:rPr lang="fr-FR" sz="2400" dirty="0"/>
              <a:t>Démonstration live du site </a:t>
            </a:r>
          </a:p>
          <a:p>
            <a:pPr marL="514350" indent="-514350">
              <a:buAutoNum type="arabicPeriod"/>
            </a:pPr>
            <a:r>
              <a:rPr lang="fr-FR" sz="2400" dirty="0"/>
              <a:t>Conclusion et perspectives d'amélioration</a:t>
            </a:r>
          </a:p>
          <a:p>
            <a:pPr marL="514350" indent="-514350"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8697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946C04-3542-AD92-AD11-F0E982C97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568A07-CCDC-7FCF-617B-AE24BAF7A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 Contexte :</a:t>
            </a:r>
            <a:br>
              <a:rPr lang="fr-FR" dirty="0"/>
            </a:br>
            <a:r>
              <a:rPr lang="fr-FR" dirty="0"/>
              <a:t>Les entreprises recherchent des compétences qualifiées et les freelances ont besoin de visibilité.</a:t>
            </a:r>
          </a:p>
          <a:p>
            <a:r>
              <a:rPr lang="fr-FR" dirty="0"/>
              <a:t>Objectif :</a:t>
            </a:r>
            <a:br>
              <a:rPr lang="fr-FR" dirty="0"/>
            </a:br>
            <a:r>
              <a:rPr lang="fr-FR" dirty="0"/>
              <a:t>Créer une plateforme simple permettant la mise en relation entre freelances et entreprises.</a:t>
            </a:r>
          </a:p>
          <a:p>
            <a:r>
              <a:rPr lang="fr-FR" dirty="0"/>
              <a:t>Public cible :</a:t>
            </a:r>
          </a:p>
          <a:p>
            <a:r>
              <a:rPr lang="fr-FR" dirty="0"/>
              <a:t>Freelances africains</a:t>
            </a:r>
          </a:p>
          <a:p>
            <a:r>
              <a:rPr lang="fr-FR" dirty="0"/>
              <a:t>Startups</a:t>
            </a:r>
          </a:p>
          <a:p>
            <a:r>
              <a:rPr lang="fr-FR" dirty="0"/>
              <a:t>PME</a:t>
            </a:r>
          </a:p>
          <a:p>
            <a:r>
              <a:rPr lang="fr-FR" dirty="0"/>
              <a:t>Entreprises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785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C7DB9D-D76D-82B2-1FE2-23F001ED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86C023-198D-BA56-BB5C-BE60B7BAD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/>
              <a:t>Palette de couleurs :</a:t>
            </a:r>
          </a:p>
          <a:p>
            <a:r>
              <a:rPr lang="fr-FR" sz="3200" dirty="0"/>
              <a:t>Bleu principal : #23A6DA</a:t>
            </a:r>
            <a:br>
              <a:rPr lang="fr-FR" sz="3200" dirty="0"/>
            </a:br>
            <a:r>
              <a:rPr lang="fr-FR" sz="3200" dirty="0"/>
              <a:t>Gris secondaire : #6C757D</a:t>
            </a:r>
            <a:br>
              <a:rPr lang="fr-FR" sz="3200" dirty="0"/>
            </a:br>
            <a:r>
              <a:rPr lang="fr-FR" sz="3200" dirty="0"/>
              <a:t>Blanc : #FFFFFF</a:t>
            </a:r>
            <a:br>
              <a:rPr lang="fr-FR" sz="3200" dirty="0"/>
            </a:br>
            <a:r>
              <a:rPr lang="fr-FR" sz="3200" dirty="0"/>
              <a:t>Fond clair : #F8F9FA</a:t>
            </a:r>
            <a:br>
              <a:rPr lang="fr-FR" sz="3200" dirty="0"/>
            </a:br>
            <a:r>
              <a:rPr lang="fr-FR" sz="3200" dirty="0"/>
              <a:t>Texte sombre : #343A40</a:t>
            </a:r>
          </a:p>
          <a:p>
            <a:r>
              <a:rPr lang="fr-FR" sz="3200" dirty="0"/>
              <a:t>Pourquoi ?</a:t>
            </a:r>
            <a:br>
              <a:rPr lang="fr-FR" sz="3200" dirty="0"/>
            </a:br>
            <a:r>
              <a:rPr lang="fr-FR" sz="3200" dirty="0"/>
              <a:t>Le bleu inspire confiance, modernité et professionnalisme.</a:t>
            </a:r>
            <a:br>
              <a:rPr lang="fr-FR" sz="3200" dirty="0"/>
            </a:br>
            <a:endParaRPr lang="fr-FR" sz="32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634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3FAE7-0278-98A7-6B43-788DB83B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TYPOGRAPHIE ET INSPIRATIONS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F4617-620E-0059-9FFD-4FA88A2CB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Police utilisée :</a:t>
            </a:r>
            <a:br>
              <a:rPr lang="fr-FR" dirty="0"/>
            </a:br>
            <a:r>
              <a:rPr lang="fr-FR" dirty="0"/>
              <a:t>Poppins</a:t>
            </a:r>
          </a:p>
          <a:p>
            <a:r>
              <a:rPr lang="fr-FR" dirty="0"/>
              <a:t>Pourquoi ?</a:t>
            </a:r>
          </a:p>
          <a:p>
            <a:r>
              <a:rPr lang="fr-FR" dirty="0"/>
              <a:t>Moderne</a:t>
            </a:r>
          </a:p>
          <a:p>
            <a:r>
              <a:rPr lang="fr-FR" dirty="0"/>
              <a:t>Lisible</a:t>
            </a:r>
          </a:p>
          <a:p>
            <a:r>
              <a:rPr lang="fr-FR" dirty="0"/>
              <a:t>Adaptée au web</a:t>
            </a:r>
          </a:p>
          <a:p>
            <a:r>
              <a:rPr lang="fr-FR" dirty="0"/>
              <a:t>Inspirations :</a:t>
            </a:r>
          </a:p>
          <a:p>
            <a:r>
              <a:rPr lang="fr-FR" dirty="0" err="1"/>
              <a:t>Upwork</a:t>
            </a:r>
            <a:endParaRPr lang="fr-FR" dirty="0"/>
          </a:p>
          <a:p>
            <a:r>
              <a:rPr lang="fr-FR" dirty="0" err="1"/>
              <a:t>Fiverr</a:t>
            </a:r>
            <a:endParaRPr lang="fr-FR" dirty="0"/>
          </a:p>
          <a:p>
            <a:r>
              <a:rPr lang="fr-FR" dirty="0"/>
              <a:t>Malt</a:t>
            </a:r>
            <a:br>
              <a:rPr lang="fr-FR" dirty="0"/>
            </a:br>
            <a:endParaRPr lang="fr-FR" dirty="0"/>
          </a:p>
          <a:p>
            <a:r>
              <a:rPr lang="fr-FR" dirty="0"/>
              <a:t>DIAPOSITIVE 6 : AR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45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72E96D-AF8B-C1BA-84F6-A9945E0E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3735BA-BAC0-73CC-3EC9-C6D883031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200" dirty="0"/>
              <a:t>Pages créées :</a:t>
            </a:r>
          </a:p>
          <a:p>
            <a:r>
              <a:rPr lang="fr-FR" sz="1200" dirty="0"/>
              <a:t>Accueil</a:t>
            </a:r>
          </a:p>
          <a:p>
            <a:r>
              <a:rPr lang="fr-FR" sz="1200" dirty="0"/>
              <a:t>Freelances</a:t>
            </a:r>
          </a:p>
          <a:p>
            <a:r>
              <a:rPr lang="fr-FR" sz="1200" dirty="0"/>
              <a:t>Tarifs</a:t>
            </a:r>
          </a:p>
          <a:p>
            <a:r>
              <a:rPr lang="fr-FR" sz="1200" dirty="0"/>
              <a:t>À propos</a:t>
            </a:r>
          </a:p>
          <a:p>
            <a:r>
              <a:rPr lang="fr-FR" sz="1200" dirty="0"/>
              <a:t>Contact</a:t>
            </a:r>
          </a:p>
          <a:p>
            <a:r>
              <a:rPr lang="fr-FR" sz="1200" dirty="0"/>
              <a:t>Blog</a:t>
            </a:r>
          </a:p>
          <a:p>
            <a:r>
              <a:rPr lang="fr-FR" sz="1200" dirty="0"/>
              <a:t>Arborescence :</a:t>
            </a:r>
          </a:p>
          <a:p>
            <a:r>
              <a:rPr lang="fr-FR" sz="1200" dirty="0"/>
              <a:t>Projet</a:t>
            </a:r>
            <a:br>
              <a:rPr lang="fr-FR" sz="1200" dirty="0"/>
            </a:br>
            <a:r>
              <a:rPr lang="fr-FR" sz="1200" dirty="0"/>
              <a:t>│</a:t>
            </a:r>
            <a:br>
              <a:rPr lang="fr-FR" sz="1200" dirty="0"/>
            </a:br>
            <a:r>
              <a:rPr lang="fr-FR" sz="1200" dirty="0"/>
              <a:t>├── index.html</a:t>
            </a:r>
            <a:br>
              <a:rPr lang="fr-FR" sz="1200" dirty="0"/>
            </a:br>
            <a:r>
              <a:rPr lang="fr-FR" sz="1200" dirty="0"/>
              <a:t>├── freelances.html</a:t>
            </a:r>
            <a:br>
              <a:rPr lang="fr-FR" sz="1200" dirty="0"/>
            </a:br>
            <a:r>
              <a:rPr lang="fr-FR" sz="1200" dirty="0"/>
              <a:t>├── tarifs.html</a:t>
            </a:r>
            <a:br>
              <a:rPr lang="fr-FR" sz="1200" dirty="0"/>
            </a:br>
            <a:r>
              <a:rPr lang="fr-FR" sz="1200" dirty="0"/>
              <a:t>├── about.html</a:t>
            </a:r>
            <a:br>
              <a:rPr lang="fr-FR" sz="1200" dirty="0"/>
            </a:br>
            <a:r>
              <a:rPr lang="fr-FR" sz="1200" dirty="0"/>
              <a:t>├── contact.html</a:t>
            </a:r>
            <a:br>
              <a:rPr lang="fr-FR" sz="1200" dirty="0"/>
            </a:br>
            <a:r>
              <a:rPr lang="fr-FR" sz="1200" dirty="0"/>
              <a:t>├── blog.html</a:t>
            </a:r>
            <a:br>
              <a:rPr lang="fr-FR" sz="1200" dirty="0"/>
            </a:br>
            <a:r>
              <a:rPr lang="fr-FR" sz="1200" dirty="0"/>
              <a:t>├── </a:t>
            </a:r>
            <a:r>
              <a:rPr lang="fr-FR" sz="1200" dirty="0" err="1"/>
              <a:t>css</a:t>
            </a:r>
            <a:r>
              <a:rPr lang="fr-FR" sz="1200" dirty="0"/>
              <a:t>/style.css</a:t>
            </a:r>
            <a:br>
              <a:rPr lang="fr-FR" sz="1200" dirty="0"/>
            </a:br>
            <a:r>
              <a:rPr lang="fr-FR" sz="1200" dirty="0"/>
              <a:t>├── </a:t>
            </a:r>
            <a:r>
              <a:rPr lang="fr-FR" sz="1200" dirty="0" err="1"/>
              <a:t>js</a:t>
            </a:r>
            <a:r>
              <a:rPr lang="fr-FR" sz="1200" dirty="0"/>
              <a:t>/main.js</a:t>
            </a:r>
            <a:br>
              <a:rPr lang="fr-FR" sz="1200" dirty="0"/>
            </a:br>
            <a:r>
              <a:rPr lang="fr-FR" sz="1200" dirty="0"/>
              <a:t>└── images/</a:t>
            </a:r>
          </a:p>
          <a:p>
            <a:endParaRPr lang="fr-FR" sz="1200" dirty="0"/>
          </a:p>
          <a:p>
            <a:pPr algn="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66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7DB1D6-65A3-8C3C-FDA7-0B7D4D3F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CAPTURES D'ÉCRAN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66AA539-FE98-2D49-B97A-C5B8A3DA5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4321"/>
            <a:ext cx="4300959" cy="26262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C35DDCD-E79B-3052-F581-2FBFB613B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77" y="4120587"/>
            <a:ext cx="4865226" cy="262745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9CE38B1-71BA-70A8-3E3B-ECA693564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74" y="1690687"/>
            <a:ext cx="6694025" cy="421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1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EAD2EC-3E52-077D-9B51-191F381F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JAVASCRIPTE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84CE0D-AFB7-03FB-E1DC-F95AB8DE4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Fonctionnalités réalisées :</a:t>
            </a:r>
          </a:p>
          <a:p>
            <a:r>
              <a:rPr lang="fr-FR" dirty="0"/>
              <a:t>Mode sombre</a:t>
            </a:r>
          </a:p>
          <a:p>
            <a:r>
              <a:rPr lang="fr-FR" dirty="0"/>
              <a:t>Bouton retour en haut</a:t>
            </a:r>
          </a:p>
          <a:p>
            <a:r>
              <a:rPr lang="fr-FR" dirty="0"/>
              <a:t>Validation du formulaire</a:t>
            </a:r>
          </a:p>
          <a:p>
            <a:r>
              <a:rPr lang="fr-FR" dirty="0"/>
              <a:t>Animation des compteurs</a:t>
            </a:r>
          </a:p>
          <a:p>
            <a:r>
              <a:rPr lang="fr-FR" dirty="0"/>
              <a:t>Exemple :</a:t>
            </a:r>
          </a:p>
          <a:p>
            <a:r>
              <a:rPr lang="fr-FR" dirty="0" err="1"/>
              <a:t>document.body.classList.toggle</a:t>
            </a:r>
            <a:r>
              <a:rPr lang="fr-FR" dirty="0"/>
              <a:t>("</a:t>
            </a:r>
            <a:r>
              <a:rPr lang="fr-FR" dirty="0" err="1"/>
              <a:t>dark</a:t>
            </a:r>
            <a:r>
              <a:rPr lang="fr-FR" dirty="0"/>
              <a:t>-mode");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450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9ECFC8-0E17-D77E-6835-57343AE4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CSS ET BOOTSTRAP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C457C-3875-7CBC-736C-77BB9C6D4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2300" dirty="0"/>
              <a:t>Bootstrap utilisé pour :</a:t>
            </a:r>
          </a:p>
          <a:p>
            <a:r>
              <a:rPr lang="fr-FR" sz="2300" dirty="0" err="1"/>
              <a:t>Navbar</a:t>
            </a:r>
            <a:r>
              <a:rPr lang="fr-FR" sz="2300" dirty="0"/>
              <a:t> responsive</a:t>
            </a:r>
          </a:p>
          <a:p>
            <a:r>
              <a:rPr lang="fr-FR" sz="2300" dirty="0"/>
              <a:t>Cartes</a:t>
            </a:r>
          </a:p>
          <a:p>
            <a:r>
              <a:rPr lang="fr-FR" sz="2300" dirty="0"/>
              <a:t>Boutons</a:t>
            </a:r>
          </a:p>
          <a:p>
            <a:r>
              <a:rPr lang="fr-FR" sz="2300" dirty="0" err="1"/>
              <a:t>Carousel</a:t>
            </a:r>
            <a:endParaRPr lang="fr-FR" sz="2300" dirty="0"/>
          </a:p>
          <a:p>
            <a:r>
              <a:rPr lang="fr-FR" sz="2300" dirty="0"/>
              <a:t>Grille responsive</a:t>
            </a:r>
          </a:p>
          <a:p>
            <a:r>
              <a:rPr lang="fr-FR" sz="2300" dirty="0"/>
              <a:t>CSS avancé :</a:t>
            </a:r>
          </a:p>
          <a:p>
            <a:r>
              <a:rPr lang="fr-FR" sz="2300" dirty="0"/>
              <a:t>Variables CSS</a:t>
            </a:r>
          </a:p>
          <a:p>
            <a:r>
              <a:rPr lang="fr-FR" sz="2300" dirty="0"/>
              <a:t>Animations</a:t>
            </a:r>
          </a:p>
          <a:p>
            <a:r>
              <a:rPr lang="fr-FR" sz="2300" dirty="0"/>
              <a:t>Hover </a:t>
            </a:r>
            <a:r>
              <a:rPr lang="fr-FR" sz="2300" dirty="0" err="1"/>
              <a:t>effects</a:t>
            </a:r>
            <a:endParaRPr lang="fr-FR" sz="2300" dirty="0"/>
          </a:p>
          <a:p>
            <a:r>
              <a:rPr lang="fr-FR" sz="2300" dirty="0"/>
              <a:t>Media </a:t>
            </a:r>
            <a:r>
              <a:rPr lang="fr-FR" sz="2300" dirty="0" err="1"/>
              <a:t>queries</a:t>
            </a:r>
            <a:endParaRPr lang="fr-FR" sz="2300" dirty="0"/>
          </a:p>
          <a:p>
            <a:r>
              <a:rPr lang="fr-FR" sz="2300" dirty="0"/>
              <a:t>Dark mode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308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29F6A-C190-8724-0601-73E4B7EC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GITHUB ET DÉPLOIEMENT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611608-5F14-91EE-1767-DF8EB358E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du projet avec GitHub.</a:t>
            </a:r>
          </a:p>
          <a:p>
            <a:r>
              <a:rPr lang="fr-FR" dirty="0" err="1"/>
              <a:t>Commits</a:t>
            </a:r>
            <a:r>
              <a:rPr lang="fr-FR" dirty="0"/>
              <a:t> réalisés :</a:t>
            </a:r>
          </a:p>
          <a:p>
            <a:r>
              <a:rPr lang="fr-FR" dirty="0"/>
              <a:t>Commit 1 à Commit 10</a:t>
            </a:r>
          </a:p>
          <a:p>
            <a:r>
              <a:rPr lang="fr-FR" dirty="0"/>
              <a:t>Déploiement :</a:t>
            </a:r>
          </a:p>
          <a:p>
            <a:r>
              <a:rPr lang="fr-FR" dirty="0"/>
              <a:t>GitHub Pages</a:t>
            </a:r>
          </a:p>
          <a:p>
            <a:r>
              <a:rPr lang="fr-FR" dirty="0"/>
              <a:t>Lien :</a:t>
            </a:r>
          </a:p>
          <a:p>
            <a:r>
              <a:rPr lang="fr-FR" dirty="0">
                <a:hlinkClick r:id="rId2"/>
              </a:rPr>
              <a:t>https://mariam23ball.github.io/Ball_Mariam_AfriTalent/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6585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F6001-6947-7857-5597-7655D8B6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 RENCONTRÉES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C85921-BFA3-A271-918F-F70B22033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Difficulté 1 :</a:t>
            </a:r>
            <a:br>
              <a:rPr lang="fr-FR" dirty="0"/>
            </a:br>
            <a:r>
              <a:rPr lang="fr-FR" dirty="0"/>
              <a:t>Validation HTML sur W3C</a:t>
            </a:r>
          </a:p>
          <a:p>
            <a:r>
              <a:rPr lang="fr-FR" dirty="0"/>
              <a:t>Solution :</a:t>
            </a:r>
            <a:br>
              <a:rPr lang="fr-FR" dirty="0"/>
            </a:br>
            <a:r>
              <a:rPr lang="fr-FR" dirty="0"/>
              <a:t>Correction des balises et des niveaux de titres.</a:t>
            </a:r>
          </a:p>
          <a:p>
            <a:r>
              <a:rPr lang="fr-FR" dirty="0"/>
              <a:t>Difficulté 2 :</a:t>
            </a:r>
            <a:br>
              <a:rPr lang="fr-FR" dirty="0"/>
            </a:br>
            <a:r>
              <a:rPr lang="fr-FR" dirty="0"/>
              <a:t>Déploiement GitHub Pages</a:t>
            </a:r>
          </a:p>
          <a:p>
            <a:r>
              <a:rPr lang="fr-FR" dirty="0"/>
              <a:t>Solution :</a:t>
            </a:r>
            <a:br>
              <a:rPr lang="fr-FR" dirty="0"/>
            </a:br>
            <a:r>
              <a:rPr lang="fr-FR" dirty="0"/>
              <a:t>Configuration correcte de la branche main.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038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EBD768-1294-974C-A518-36E99C9E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77B63-C478-EBAC-B9E6-8CBC9E3E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Documentation :</a:t>
            </a:r>
          </a:p>
          <a:p>
            <a:r>
              <a:rPr lang="fr-FR" dirty="0"/>
              <a:t>MDN Web Docs</a:t>
            </a:r>
          </a:p>
          <a:p>
            <a:r>
              <a:rPr lang="fr-FR" dirty="0"/>
              <a:t>Bootstrap Documentation</a:t>
            </a:r>
          </a:p>
          <a:p>
            <a:r>
              <a:rPr lang="fr-FR" dirty="0"/>
              <a:t>W3C </a:t>
            </a:r>
            <a:r>
              <a:rPr lang="fr-FR" dirty="0" err="1"/>
              <a:t>Validator</a:t>
            </a:r>
            <a:endParaRPr lang="fr-FR" dirty="0"/>
          </a:p>
          <a:p>
            <a:r>
              <a:rPr lang="fr-FR" dirty="0"/>
              <a:t>Google Fonts</a:t>
            </a:r>
          </a:p>
          <a:p>
            <a:r>
              <a:rPr lang="fr-FR" dirty="0"/>
              <a:t>GitHub Docs</a:t>
            </a:r>
          </a:p>
          <a:p>
            <a:r>
              <a:rPr lang="fr-FR" dirty="0"/>
              <a:t>Outils :</a:t>
            </a:r>
          </a:p>
          <a:p>
            <a:r>
              <a:rPr lang="fr-FR" dirty="0"/>
              <a:t>VS Code</a:t>
            </a:r>
          </a:p>
          <a:p>
            <a:r>
              <a:rPr lang="fr-FR" dirty="0"/>
              <a:t>GitHub</a:t>
            </a:r>
          </a:p>
          <a:p>
            <a:r>
              <a:rPr lang="fr-FR" dirty="0"/>
              <a:t>Chrome </a:t>
            </a:r>
            <a:r>
              <a:rPr lang="fr-FR" dirty="0" err="1"/>
              <a:t>DevTools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06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6F773-4BF5-E136-3E39-32DDC963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59287A-8C76-29A9-D6F4-6132A1E10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en direct :</a:t>
            </a:r>
          </a:p>
          <a:p>
            <a:r>
              <a:rPr lang="fr-FR" dirty="0"/>
              <a:t>Navigation entre les pages</a:t>
            </a:r>
          </a:p>
          <a:p>
            <a:r>
              <a:rPr lang="fr-FR" dirty="0"/>
              <a:t>Mode sombre</a:t>
            </a:r>
          </a:p>
          <a:p>
            <a:r>
              <a:rPr lang="fr-FR" dirty="0"/>
              <a:t>Formulaire de contact</a:t>
            </a:r>
          </a:p>
          <a:p>
            <a:r>
              <a:rPr lang="fr-FR" dirty="0"/>
              <a:t>Responsive Design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521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8CDBC-1D17-076D-07F9-811642B3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BAEEC7-BC2E-33E2-7A1A-C0B4F7B77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Compétences acquises :</a:t>
            </a:r>
          </a:p>
          <a:p>
            <a:r>
              <a:rPr lang="fr-FR" dirty="0"/>
              <a:t>HTML5</a:t>
            </a:r>
          </a:p>
          <a:p>
            <a:r>
              <a:rPr lang="fr-FR" dirty="0"/>
              <a:t>CSS3</a:t>
            </a:r>
          </a:p>
          <a:p>
            <a:r>
              <a:rPr lang="fr-FR" dirty="0"/>
              <a:t>Bootstrap</a:t>
            </a:r>
          </a:p>
          <a:p>
            <a:r>
              <a:rPr lang="fr-FR" dirty="0"/>
              <a:t>JavaScript</a:t>
            </a:r>
          </a:p>
          <a:p>
            <a:r>
              <a:rPr lang="fr-FR" dirty="0"/>
              <a:t>Git et GitHub</a:t>
            </a:r>
          </a:p>
          <a:p>
            <a:r>
              <a:rPr lang="fr-FR" dirty="0"/>
              <a:t>Projet entièrement fonctionnel et responsive.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378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D542A-65B3-2B8C-148E-B176FC9F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 D'AMÉLIORATION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FC6E11-807C-6F9D-402D-E8002D18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600" dirty="0"/>
              <a:t>Améliorations possibles :</a:t>
            </a:r>
          </a:p>
          <a:p>
            <a:r>
              <a:rPr lang="fr-FR" sz="2600" dirty="0"/>
              <a:t>Ajouter une base de données pour enregistrer les utilisateurs</a:t>
            </a:r>
          </a:p>
          <a:p>
            <a:r>
              <a:rPr lang="fr-FR" sz="2600" dirty="0"/>
              <a:t>Mettre en place un système d'authentification (connexion/inscription)</a:t>
            </a:r>
          </a:p>
          <a:p>
            <a:r>
              <a:rPr lang="fr-FR" sz="2600" dirty="0"/>
              <a:t>Ajouter une messagerie entre freelances et entreprises</a:t>
            </a:r>
          </a:p>
          <a:p>
            <a:r>
              <a:rPr lang="fr-FR" sz="2600" dirty="0"/>
              <a:t>Intégrer un système de paiement en ligne</a:t>
            </a:r>
          </a:p>
          <a:p>
            <a:r>
              <a:rPr lang="fr-FR" sz="2600" dirty="0"/>
              <a:t>Créer un tableau de bord personnalisé pour chaque utilisateur</a:t>
            </a:r>
          </a:p>
          <a:p>
            <a:r>
              <a:rPr lang="fr-FR" sz="2600" dirty="0"/>
              <a:t>Ajouter un moteur de recherche avancé des freelances</a:t>
            </a:r>
          </a:p>
          <a:p>
            <a:r>
              <a:rPr lang="fr-FR" sz="2600" dirty="0"/>
              <a:t>Développer une version mobile de la plateforme</a:t>
            </a:r>
          </a:p>
          <a:p>
            <a:pPr marL="0" indent="0">
              <a:buNone/>
            </a:pPr>
            <a:r>
              <a:rPr lang="fr-FR" sz="2600" dirty="0"/>
              <a:t> </a:t>
            </a:r>
          </a:p>
          <a:p>
            <a:pPr marL="0" indent="0">
              <a:buNone/>
            </a:pPr>
            <a:r>
              <a:rPr lang="fr-FR" sz="2600" dirty="0"/>
              <a:t>Merci pour votre attention.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10352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479</Words>
  <Application>Microsoft Office PowerPoint</Application>
  <PresentationFormat>Grand écran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Thème Office</vt:lpstr>
      <vt:lpstr>AFRITALENT</vt:lpstr>
      <vt:lpstr>SOMMAIRE</vt:lpstr>
      <vt:lpstr>PRESENTATION DU PROJET</vt:lpstr>
      <vt:lpstr>CHOIX DE DESIGN</vt:lpstr>
      <vt:lpstr>TYPOGRAPHIE ET INSPIRATIONS</vt:lpstr>
      <vt:lpstr>ARCHITECTURE DU SITE</vt:lpstr>
      <vt:lpstr>CAPTURES D'ÉCRAN</vt:lpstr>
      <vt:lpstr>JAVASCRIPTE</vt:lpstr>
      <vt:lpstr> CSS ET BOOTSTRAP</vt:lpstr>
      <vt:lpstr>GITHUB ET DÉPLOIEMENT</vt:lpstr>
      <vt:lpstr>DIFFICULTÉS RENCONTRÉES</vt:lpstr>
      <vt:lpstr>RESSOURCES UTILISÉES</vt:lpstr>
      <vt:lpstr>DÉMONSTRATION</vt:lpstr>
      <vt:lpstr>CONCLUSION</vt:lpstr>
      <vt:lpstr>PERSPECTIVES D'AMÉLIORATION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2026-06-15T17:16:35Z</dcterms:created>
  <dcterms:modified xsi:type="dcterms:W3CDTF">2026-06-15T20:26:49Z</dcterms:modified>
</cp:coreProperties>
</file>